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0" r:id="rId1"/>
  </p:sldMasterIdLst>
  <p:notesMasterIdLst>
    <p:notesMasterId r:id="rId14"/>
  </p:notesMasterIdLst>
  <p:sldIdLst>
    <p:sldId id="269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68" r:id="rId13"/>
  </p:sldIdLst>
  <p:sldSz cx="9144000" cy="6858000" type="screen4x3"/>
  <p:notesSz cx="7559675" cy="10691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667"/>
  </p:normalViewPr>
  <p:slideViewPr>
    <p:cSldViewPr snapToGrid="0">
      <p:cViewPr varScale="1">
        <p:scale>
          <a:sx n="124" d="100"/>
          <a:sy n="124" d="100"/>
        </p:scale>
        <p:origin x="1304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5486040" cy="423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body" idx="3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body" idx="2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body" idx="4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body" idx="2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body" idx="3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body" idx="4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5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body" idx="6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02AE4-909F-139C-0A89-CC0F27E95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84E207-EF68-DF44-A59D-59C37929A3FA}" type="datetimeFigureOut">
              <a:rPr lang="en-US"/>
              <a:pPr>
                <a:defRPr/>
              </a:pPr>
              <a:t>5/13/26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86AB8-E4AE-661C-1712-5B9C2FA07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62B74-9FB8-1451-D84C-415F13ADC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A8A8C0-96C5-0541-9DE9-365346AEEF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620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"/>
          <p:cNvSpPr/>
          <p:nvPr/>
        </p:nvSpPr>
        <p:spPr>
          <a:xfrm rot="10800000" flipH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" name="Google Shape;12;p1" descr="LOGO.gif"/>
          <p:cNvPicPr preferRelativeResize="0"/>
          <p:nvPr/>
        </p:nvPicPr>
        <p:blipFill rotWithShape="1">
          <a:blip r:embed="rId14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" descr="LOGO.gif"/>
          <p:cNvPicPr preferRelativeResize="0"/>
          <p:nvPr/>
        </p:nvPicPr>
        <p:blipFill rotWithShape="1">
          <a:blip r:embed="rId14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6" name="Google Shape;16;p1" descr="LOGO.gif"/>
            <p:cNvPicPr preferRelativeResize="0"/>
            <p:nvPr/>
          </p:nvPicPr>
          <p:blipFill rotWithShape="1">
            <a:blip r:embed="rId14">
              <a:alphaModFix/>
            </a:blip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8" name="Google Shape;18;p1" descr="logo.jp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" descr="LOGO.gif"/>
          <p:cNvPicPr preferRelativeResize="0"/>
          <p:nvPr/>
        </p:nvPicPr>
        <p:blipFill rotWithShape="1">
          <a:blip r:embed="rId14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2" name="Google Shape;22;p1" descr="LOGO.gif"/>
            <p:cNvPicPr preferRelativeResize="0"/>
            <p:nvPr/>
          </p:nvPicPr>
          <p:blipFill rotWithShape="1">
            <a:blip r:embed="rId14">
              <a:alphaModFix/>
            </a:blip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4" name="Google Shape;24;p1" descr="logo.jp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1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1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1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1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Title 1">
            <a:extLst>
              <a:ext uri="{FF2B5EF4-FFF2-40B4-BE49-F238E27FC236}">
                <a16:creationId xmlns:a16="http://schemas.microsoft.com/office/drawing/2014/main" id="{507B58FD-58F9-0B34-4DA5-E8D8513BAF5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OPM Connects</a:t>
            </a:r>
          </a:p>
        </p:txBody>
      </p:sp>
      <p:sp>
        <p:nvSpPr>
          <p:cNvPr id="2050" name="Subtitle 2">
            <a:extLst>
              <a:ext uri="{FF2B5EF4-FFF2-40B4-BE49-F238E27FC236}">
                <a16:creationId xmlns:a16="http://schemas.microsoft.com/office/drawing/2014/main" id="{5BEEE22F-E337-6B1B-37FE-CB1D89DEC2A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/>
              <a:t>Online Doctor Appointment &amp; Medicine Platform</a:t>
            </a:r>
          </a:p>
        </p:txBody>
      </p:sp>
    </p:spTree>
    <p:extLst>
      <p:ext uri="{BB962C8B-B14F-4D97-AF65-F5344CB8AC3E}">
        <p14:creationId xmlns:p14="http://schemas.microsoft.com/office/powerpoint/2010/main" val="1230584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itle 1">
            <a:extLst>
              <a:ext uri="{FF2B5EF4-FFF2-40B4-BE49-F238E27FC236}">
                <a16:creationId xmlns:a16="http://schemas.microsoft.com/office/drawing/2014/main" id="{7B327B4F-DC73-C7A0-74F7-8BBDDEAFB6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Introduction</a:t>
            </a:r>
          </a:p>
        </p:txBody>
      </p:sp>
      <p:sp>
        <p:nvSpPr>
          <p:cNvPr id="3074" name="Text Placeholder 2">
            <a:extLst>
              <a:ext uri="{FF2B5EF4-FFF2-40B4-BE49-F238E27FC236}">
                <a16:creationId xmlns:a16="http://schemas.microsoft.com/office/drawing/2014/main" id="{0A0BFAA2-5CF6-2DE3-BC49-12B954B9FA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• OPM Connects is an online healthcare platform.
</a:t>
            </a:r>
          </a:p>
          <a:p>
            <a:r>
              <a:rPr lang="en-US" altLang="en-US"/>
              <a:t>• Users can directly book appointments with doctors.
</a:t>
            </a:r>
          </a:p>
          <a:p>
            <a:r>
              <a:rPr lang="en-US" altLang="en-US"/>
              <a:t>• Secure online payment system integrated.
</a:t>
            </a:r>
          </a:p>
          <a:p>
            <a:r>
              <a:rPr lang="en-US" altLang="en-US"/>
              <a:t>• Medicine purchasing feature available.</a:t>
            </a:r>
          </a:p>
        </p:txBody>
      </p:sp>
    </p:spTree>
    <p:extLst>
      <p:ext uri="{BB962C8B-B14F-4D97-AF65-F5344CB8AC3E}">
        <p14:creationId xmlns:p14="http://schemas.microsoft.com/office/powerpoint/2010/main" val="1866498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Title 1">
            <a:extLst>
              <a:ext uri="{FF2B5EF4-FFF2-40B4-BE49-F238E27FC236}">
                <a16:creationId xmlns:a16="http://schemas.microsoft.com/office/drawing/2014/main" id="{1ED23B80-9AF7-60B4-9B48-36708F754D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Problem Statement</a:t>
            </a:r>
          </a:p>
        </p:txBody>
      </p:sp>
      <p:sp>
        <p:nvSpPr>
          <p:cNvPr id="4098" name="Text Placeholder 2">
            <a:extLst>
              <a:ext uri="{FF2B5EF4-FFF2-40B4-BE49-F238E27FC236}">
                <a16:creationId xmlns:a16="http://schemas.microsoft.com/office/drawing/2014/main" id="{32758493-D460-A9A9-E71F-1E6FCD88A7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• Long waiting times in hospitals.
</a:t>
            </a:r>
          </a:p>
          <a:p>
            <a:r>
              <a:rPr lang="en-US" altLang="en-US"/>
              <a:t>• Difficulty in booking appointments.
</a:t>
            </a:r>
          </a:p>
          <a:p>
            <a:r>
              <a:rPr lang="en-US" altLang="en-US"/>
              <a:t>• Lack of centralized healthcare access.
</a:t>
            </a:r>
          </a:p>
          <a:p>
            <a:r>
              <a:rPr lang="en-US" altLang="en-US"/>
              <a:t>• Inconvenient medicine purchasing process.</a:t>
            </a:r>
          </a:p>
        </p:txBody>
      </p:sp>
    </p:spTree>
    <p:extLst>
      <p:ext uri="{BB962C8B-B14F-4D97-AF65-F5344CB8AC3E}">
        <p14:creationId xmlns:p14="http://schemas.microsoft.com/office/powerpoint/2010/main" val="3572751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Title 1">
            <a:extLst>
              <a:ext uri="{FF2B5EF4-FFF2-40B4-BE49-F238E27FC236}">
                <a16:creationId xmlns:a16="http://schemas.microsoft.com/office/drawing/2014/main" id="{8F23963C-5648-246C-E56E-8162D600F2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Proposed Solution</a:t>
            </a:r>
          </a:p>
        </p:txBody>
      </p:sp>
      <p:sp>
        <p:nvSpPr>
          <p:cNvPr id="5122" name="Text Placeholder 2">
            <a:extLst>
              <a:ext uri="{FF2B5EF4-FFF2-40B4-BE49-F238E27FC236}">
                <a16:creationId xmlns:a16="http://schemas.microsoft.com/office/drawing/2014/main" id="{B2F2F1C2-109E-B28A-7C4F-34E4B80E55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• Online doctor appointment booking.
</a:t>
            </a:r>
          </a:p>
          <a:p>
            <a:r>
              <a:rPr lang="en-US" altLang="en-US"/>
              <a:t>• Personalized consultation sessions.
</a:t>
            </a:r>
          </a:p>
          <a:p>
            <a:r>
              <a:rPr lang="en-US" altLang="en-US"/>
              <a:t>• Online payment gateway integration.
</a:t>
            </a:r>
          </a:p>
          <a:p>
            <a:r>
              <a:rPr lang="en-US" altLang="en-US"/>
              <a:t>• Integrated medicine center.</a:t>
            </a:r>
          </a:p>
        </p:txBody>
      </p:sp>
    </p:spTree>
    <p:extLst>
      <p:ext uri="{BB962C8B-B14F-4D97-AF65-F5344CB8AC3E}">
        <p14:creationId xmlns:p14="http://schemas.microsoft.com/office/powerpoint/2010/main" val="1883390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6186640B-97CA-4CFF-07BC-255AFFC6B7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Features of OPM Connects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101ED2-859D-1CFF-E08B-D2ACB601E0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>
            <a:normAutofit fontScale="70000" lnSpcReduction="20000"/>
          </a:bodyPr>
          <a:lstStyle/>
          <a:p>
            <a:pPr>
              <a:defRPr/>
            </a:pPr>
            <a:r>
              <a:rPr lang="en-US"/>
              <a:t>• User Registration &amp; Login
</a:t>
            </a:r>
          </a:p>
          <a:p>
            <a:pPr>
              <a:defRPr/>
            </a:pPr>
            <a:r>
              <a:rPr lang="en-US"/>
              <a:t>• Doctor Appointment Booking
</a:t>
            </a:r>
          </a:p>
          <a:p>
            <a:pPr>
              <a:defRPr/>
            </a:pPr>
            <a:r>
              <a:rPr lang="en-US"/>
              <a:t>• Online Payments
</a:t>
            </a:r>
          </a:p>
          <a:p>
            <a:pPr>
              <a:defRPr/>
            </a:pPr>
            <a:r>
              <a:rPr lang="en-US"/>
              <a:t>• Prescription Upload
</a:t>
            </a:r>
          </a:p>
          <a:p>
            <a:pPr>
              <a:defRPr/>
            </a:pPr>
            <a:r>
              <a:rPr lang="en-US"/>
              <a:t>• Medicine Ordering System
</a:t>
            </a:r>
          </a:p>
          <a:p>
            <a:pPr>
              <a:defRPr/>
            </a:pPr>
            <a:r>
              <a:rPr lang="en-US"/>
              <a:t>• Responsive Website Design</a:t>
            </a:r>
          </a:p>
        </p:txBody>
      </p:sp>
    </p:spTree>
    <p:extLst>
      <p:ext uri="{BB962C8B-B14F-4D97-AF65-F5344CB8AC3E}">
        <p14:creationId xmlns:p14="http://schemas.microsoft.com/office/powerpoint/2010/main" val="2844398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itle 1">
            <a:extLst>
              <a:ext uri="{FF2B5EF4-FFF2-40B4-BE49-F238E27FC236}">
                <a16:creationId xmlns:a16="http://schemas.microsoft.com/office/drawing/2014/main" id="{27F3D8F2-2194-BD74-12D1-2C1A4C0B12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Technology Stack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D255C4-9DA8-DB6E-17F8-C807F55824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>
            <a:normAutofit fontScale="25000" lnSpcReduction="20000"/>
          </a:bodyPr>
          <a:lstStyle/>
          <a:p>
            <a:pPr>
              <a:defRPr/>
            </a:pPr>
            <a:r>
              <a:rPr lang="en-US"/>
              <a:t>Frontend:
</a:t>
            </a:r>
          </a:p>
          <a:p>
            <a:pPr>
              <a:defRPr/>
            </a:pPr>
            <a:r>
              <a:rPr lang="en-US"/>
              <a:t>• React.js
</a:t>
            </a:r>
          </a:p>
          <a:p>
            <a:pPr>
              <a:defRPr/>
            </a:pPr>
            <a:r>
              <a:rPr lang="en-US"/>
              <a:t>• Tailwind CSS
</a:t>
            </a:r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Backend:
</a:t>
            </a:r>
          </a:p>
          <a:p>
            <a:pPr>
              <a:defRPr/>
            </a:pPr>
            <a:r>
              <a:rPr lang="en-US"/>
              <a:t>• Node.js
</a:t>
            </a:r>
          </a:p>
          <a:p>
            <a:pPr>
              <a:defRPr/>
            </a:pPr>
            <a:r>
              <a:rPr lang="en-US"/>
              <a:t>• Express.js
</a:t>
            </a:r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Database:
</a:t>
            </a:r>
          </a:p>
          <a:p>
            <a:pPr>
              <a:defRPr/>
            </a:pPr>
            <a:r>
              <a:rPr lang="en-US"/>
              <a:t>• MongoDB
</a:t>
            </a:r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Hosting:
</a:t>
            </a:r>
          </a:p>
          <a:p>
            <a:pPr>
              <a:defRPr/>
            </a:pPr>
            <a:r>
              <a:rPr lang="en-US"/>
              <a:t>• Render</a:t>
            </a:r>
          </a:p>
        </p:txBody>
      </p:sp>
    </p:spTree>
    <p:extLst>
      <p:ext uri="{BB962C8B-B14F-4D97-AF65-F5344CB8AC3E}">
        <p14:creationId xmlns:p14="http://schemas.microsoft.com/office/powerpoint/2010/main" val="658399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itle 1">
            <a:extLst>
              <a:ext uri="{FF2B5EF4-FFF2-40B4-BE49-F238E27FC236}">
                <a16:creationId xmlns:a16="http://schemas.microsoft.com/office/drawing/2014/main" id="{D04F9032-DEF3-3055-C7D6-AAB99E28A8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System Architecture</a:t>
            </a:r>
          </a:p>
        </p:txBody>
      </p:sp>
      <p:sp>
        <p:nvSpPr>
          <p:cNvPr id="8194" name="Text Placeholder 2">
            <a:extLst>
              <a:ext uri="{FF2B5EF4-FFF2-40B4-BE49-F238E27FC236}">
                <a16:creationId xmlns:a16="http://schemas.microsoft.com/office/drawing/2014/main" id="{4AB19192-DF32-70D4-1EF7-8AF47AA56E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• Frontend communicates with backend APIs.
</a:t>
            </a:r>
          </a:p>
          <a:p>
            <a:r>
              <a:rPr lang="en-US" altLang="en-US"/>
              <a:t>• Backend handles appointments &amp; authentication.
</a:t>
            </a:r>
          </a:p>
          <a:p>
            <a:r>
              <a:rPr lang="en-US" altLang="en-US"/>
              <a:t>• MongoDB stores user and doctor data.
</a:t>
            </a:r>
          </a:p>
          <a:p>
            <a:r>
              <a:rPr lang="en-US" altLang="en-US"/>
              <a:t>• Render hosts the application online.</a:t>
            </a:r>
          </a:p>
        </p:txBody>
      </p:sp>
    </p:spTree>
    <p:extLst>
      <p:ext uri="{BB962C8B-B14F-4D97-AF65-F5344CB8AC3E}">
        <p14:creationId xmlns:p14="http://schemas.microsoft.com/office/powerpoint/2010/main" val="2010170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itle 1">
            <a:extLst>
              <a:ext uri="{FF2B5EF4-FFF2-40B4-BE49-F238E27FC236}">
                <a16:creationId xmlns:a16="http://schemas.microsoft.com/office/drawing/2014/main" id="{4402D497-DF70-3B9D-053A-6F074C4EC8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Modules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3253A-E92B-1B49-3B65-AB4C4A7E33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>
            <a:normAutofit fontScale="70000" lnSpcReduction="20000"/>
          </a:bodyPr>
          <a:lstStyle/>
          <a:p>
            <a:pPr>
              <a:defRPr/>
            </a:pPr>
            <a:r>
              <a:rPr lang="en-US"/>
              <a:t>• User Module
</a:t>
            </a:r>
          </a:p>
          <a:p>
            <a:pPr>
              <a:defRPr/>
            </a:pPr>
            <a:r>
              <a:rPr lang="en-US"/>
              <a:t>• Doctor Module
</a:t>
            </a:r>
          </a:p>
          <a:p>
            <a:pPr>
              <a:defRPr/>
            </a:pPr>
            <a:r>
              <a:rPr lang="en-US"/>
              <a:t>• Appointment Module
</a:t>
            </a:r>
          </a:p>
          <a:p>
            <a:pPr>
              <a:defRPr/>
            </a:pPr>
            <a:r>
              <a:rPr lang="en-US"/>
              <a:t>• Payment Module
</a:t>
            </a:r>
          </a:p>
          <a:p>
            <a:pPr>
              <a:defRPr/>
            </a:pPr>
            <a:r>
              <a:rPr lang="en-US"/>
              <a:t>• Medicine Store Module
</a:t>
            </a:r>
          </a:p>
          <a:p>
            <a:pPr>
              <a:defRPr/>
            </a:pPr>
            <a:r>
              <a:rPr lang="en-US"/>
              <a:t>• Admin Module</a:t>
            </a:r>
          </a:p>
        </p:txBody>
      </p:sp>
    </p:spTree>
    <p:extLst>
      <p:ext uri="{BB962C8B-B14F-4D97-AF65-F5344CB8AC3E}">
        <p14:creationId xmlns:p14="http://schemas.microsoft.com/office/powerpoint/2010/main" val="2600173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itle 1">
            <a:extLst>
              <a:ext uri="{FF2B5EF4-FFF2-40B4-BE49-F238E27FC236}">
                <a16:creationId xmlns:a16="http://schemas.microsoft.com/office/drawing/2014/main" id="{70877574-CB82-9EB0-5042-AFDC0D5156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Advantages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2ED263-567F-658B-9E9C-AF98D2980B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>
            <a:normAutofit fontScale="92500" lnSpcReduction="20000"/>
          </a:bodyPr>
          <a:lstStyle/>
          <a:p>
            <a:pPr>
              <a:defRPr/>
            </a:pPr>
            <a:r>
              <a:rPr lang="en-US"/>
              <a:t>• Saves patient time.
</a:t>
            </a:r>
          </a:p>
          <a:p>
            <a:pPr>
              <a:defRPr/>
            </a:pPr>
            <a:r>
              <a:rPr lang="en-US"/>
              <a:t>• Easy doctor accessibility.
</a:t>
            </a:r>
          </a:p>
          <a:p>
            <a:pPr>
              <a:defRPr/>
            </a:pPr>
            <a:r>
              <a:rPr lang="en-US"/>
              <a:t>• Secure online payments.
</a:t>
            </a:r>
          </a:p>
          <a:p>
            <a:pPr>
              <a:defRPr/>
            </a:pPr>
            <a:r>
              <a:rPr lang="en-US"/>
              <a:t>• Digital healthcare management.
</a:t>
            </a:r>
          </a:p>
          <a:p>
            <a:pPr>
              <a:defRPr/>
            </a:pPr>
            <a:r>
              <a:rPr lang="en-US"/>
              <a:t>• Medicine ordering from home.</a:t>
            </a:r>
          </a:p>
        </p:txBody>
      </p:sp>
    </p:spTree>
    <p:extLst>
      <p:ext uri="{BB962C8B-B14F-4D97-AF65-F5344CB8AC3E}">
        <p14:creationId xmlns:p14="http://schemas.microsoft.com/office/powerpoint/2010/main" val="798541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itle 1">
            <a:extLst>
              <a:ext uri="{FF2B5EF4-FFF2-40B4-BE49-F238E27FC236}">
                <a16:creationId xmlns:a16="http://schemas.microsoft.com/office/drawing/2014/main" id="{9483A44A-FD81-4149-31E5-C7B61CCC87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Future 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BA7A1F-74A2-816A-227B-CB76BE495E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>
            <a:normAutofit fontScale="92500" lnSpcReduction="20000"/>
          </a:bodyPr>
          <a:lstStyle/>
          <a:p>
            <a:pPr>
              <a:defRPr/>
            </a:pPr>
            <a:r>
              <a:rPr lang="en-US"/>
              <a:t>• AI-based doctor recommendations.
</a:t>
            </a:r>
          </a:p>
          <a:p>
            <a:pPr>
              <a:defRPr/>
            </a:pPr>
            <a:r>
              <a:rPr lang="en-US"/>
              <a:t>• Video consultation support.
</a:t>
            </a:r>
          </a:p>
          <a:p>
            <a:pPr>
              <a:defRPr/>
            </a:pPr>
            <a:r>
              <a:rPr lang="en-US"/>
              <a:t>• Mobile application development.
</a:t>
            </a:r>
          </a:p>
          <a:p>
            <a:pPr>
              <a:defRPr/>
            </a:pPr>
            <a:r>
              <a:rPr lang="en-US"/>
              <a:t>• Health report tracking.
</a:t>
            </a:r>
          </a:p>
          <a:p>
            <a:pPr>
              <a:defRPr/>
            </a:pPr>
            <a:r>
              <a:rPr lang="en-US"/>
              <a:t>• Multi-language support.</a:t>
            </a:r>
          </a:p>
        </p:txBody>
      </p:sp>
    </p:spTree>
    <p:extLst>
      <p:ext uri="{BB962C8B-B14F-4D97-AF65-F5344CB8AC3E}">
        <p14:creationId xmlns:p14="http://schemas.microsoft.com/office/powerpoint/2010/main" val="363652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Title 1">
            <a:extLst>
              <a:ext uri="{FF2B5EF4-FFF2-40B4-BE49-F238E27FC236}">
                <a16:creationId xmlns:a16="http://schemas.microsoft.com/office/drawing/2014/main" id="{F6B04E6E-C330-ECAC-C72C-AB82977528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Conclusion</a:t>
            </a:r>
          </a:p>
        </p:txBody>
      </p:sp>
      <p:sp>
        <p:nvSpPr>
          <p:cNvPr id="12290" name="Text Placeholder 2">
            <a:extLst>
              <a:ext uri="{FF2B5EF4-FFF2-40B4-BE49-F238E27FC236}">
                <a16:creationId xmlns:a16="http://schemas.microsoft.com/office/drawing/2014/main" id="{37D0CC52-58D7-F388-3E6E-25A8D5C93B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• OPM Connects simplifies healthcare access.
</a:t>
            </a:r>
          </a:p>
          <a:p>
            <a:r>
              <a:rPr lang="en-US" altLang="en-US"/>
              <a:t>• Enables online booking and medicine purchase.
</a:t>
            </a:r>
          </a:p>
          <a:p>
            <a:r>
              <a:rPr lang="en-US" altLang="en-US"/>
              <a:t>• MERN Stack ensures scalability and performance.
</a:t>
            </a:r>
          </a:p>
          <a:p>
            <a:r>
              <a:rPr lang="en-US" altLang="en-US"/>
              <a:t>• Improves healthcare efficiency and convenience.</a:t>
            </a:r>
          </a:p>
        </p:txBody>
      </p:sp>
    </p:spTree>
    <p:extLst>
      <p:ext uri="{BB962C8B-B14F-4D97-AF65-F5344CB8AC3E}">
        <p14:creationId xmlns:p14="http://schemas.microsoft.com/office/powerpoint/2010/main" val="3061644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5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26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328</Words>
  <Application>Microsoft Macintosh PowerPoint</Application>
  <PresentationFormat>On-screen Show (4:3)</PresentationFormat>
  <Paragraphs>69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OPM Connects</vt:lpstr>
      <vt:lpstr>Introduction</vt:lpstr>
      <vt:lpstr>Problem Statement</vt:lpstr>
      <vt:lpstr>Proposed Solution</vt:lpstr>
      <vt:lpstr>Features of OPM Connects</vt:lpstr>
      <vt:lpstr>Technology Stack</vt:lpstr>
      <vt:lpstr>System Architecture</vt:lpstr>
      <vt:lpstr>Modules</vt:lpstr>
      <vt:lpstr>Advantages</vt:lpstr>
      <vt:lpstr>Future Scope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Aman 9800</cp:lastModifiedBy>
  <cp:revision>1</cp:revision>
  <dcterms:modified xsi:type="dcterms:W3CDTF">2026-05-13T16:01:01Z</dcterms:modified>
</cp:coreProperties>
</file>